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CB4F3-B230-4742-AC0C-E3C96F8F6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DA83E4-2305-418E-A248-991CFC693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76C17-24AB-4CF5-A15F-6BA481822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7903F8-BE16-4BD1-B805-6C3A1700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54ACF-C15C-4357-9060-13979B3C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0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D41B7-DE9F-413B-9A86-74F5CE12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C06BE-DC8F-46D2-AA86-7326F05B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AF742-2404-4628-B444-110266E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88DF8-0E49-4DD6-80AD-068A56BA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06EBBA-6513-4236-9844-95A6534A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9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5398D-38CD-4F97-B733-190F6BBC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C8D0A3-4132-4106-865B-A6201A56B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D19C4A-087C-49F3-9F9A-0024CA98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0C2C0-25EB-4870-BCC6-A933823F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29A41A-4BF6-4AA0-955E-2863E020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78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AF857-1307-4C9A-86D0-9A6F0CC3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88B28E-4B50-4E22-97C3-C8DA7891F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26A848-E42C-4DEF-B329-E58C1234D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7FB73C-2301-4544-8A2A-9CE4009D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33DA35-3634-4208-BBB0-E668FF7A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C004AA-3AF4-46D5-8E36-1BDBEF0F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25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09712-C320-4AFC-8872-AAB64B0E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24F6A8-D403-4682-B294-8260D5261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0EDFA1-E043-4616-8BCB-5E982D1DE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C18FCA-2D1E-47DA-A890-91A322C54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69BEBD-BA0F-4D54-9093-4E3B5EBCC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F01227-9124-461E-B860-C4B51410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B4B1B4-4CED-4C02-98A4-D9FF6E06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558C02-5084-4013-AB30-1E8BF1B5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98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2FC58-14A3-49E6-90C0-3A4244BA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77A082-5818-4D95-956A-333403493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BFEBBD-C2CD-4B2D-AD0D-A5747865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2A5837-059B-4977-807E-AE8510F9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56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D8BA0A-E9A4-4B3E-B98E-99AFCEA31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7779AC-6CEA-409C-8417-2C35EF04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ACFCB0-50D7-41F6-9B3E-6976E753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098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DAC2-0136-41B9-8DAF-B8219587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50A3D-67A9-4721-A56C-6A4FE3BF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891AA9-EDD4-4586-86A9-DA316FF90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C17AD4-9481-4C54-94D1-DD8458C5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6DCE5-4C16-4867-9028-8FDFF7D3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36C4A3-1E61-4423-84FA-45E45709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87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359AA-49C9-4E28-AF64-B06B144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4444A1-8B86-4E3D-A2D6-75F17E3DD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DAB4BC-049A-4C80-A7D0-4EB5D2E01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170B0C-E8BD-4535-A80E-404DE32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B9A9E8-5441-43A9-8252-CC9ECB48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2A1CF9-7303-4E79-9F0D-6C08BF0B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36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016A-7513-4D36-AB3B-639FE8A6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1654BD-9EA7-426C-9C2A-2A37B08F9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2F7BEF-96BC-4FA0-A0CA-2009F9149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C3EDF-E002-4600-A962-50D7C7CB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45860-7745-4C71-A02C-CD0580B2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70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0A6A07-EC68-4FDB-9CBA-C153D8688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45C921-F021-4A92-A075-80B17F909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4F249-5CFB-4235-B185-3A7D177A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E88FE-5E78-4E3D-B1D6-0E0D5301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A774F-3B0D-4591-92C1-CB6B24D7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6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6C217-BEF8-400D-BBE1-85425A05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4D3FE7-5B42-43CF-9026-A3514FAD5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46C0F-D7B0-410E-AFBF-681ED3E3B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FA2E5-5580-4F51-B73C-C99DD3E2BE46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34470A-4695-4B82-A809-CB297077D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C97C5C-D966-40D3-B078-3C5A6D3F6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2EE9C-A031-48C7-A922-6794FB1E8F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40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50372-ABAF-4E7F-860D-6C259B293C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AD2992-84D7-4F8E-8D0A-A50F62434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055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53F4C-F56E-4D1C-BDE3-B4B8E5EC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65614-0B81-4854-BB53-92CE7D568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VPC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 err="1"/>
              <a:t>서브넷</a:t>
            </a:r>
            <a:r>
              <a:rPr lang="ko-KR" altLang="en-US" dirty="0"/>
              <a:t> 만들기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인터넷 게이트웨이</a:t>
            </a:r>
            <a:r>
              <a:rPr lang="en-US" altLang="ko-KR" dirty="0"/>
              <a:t>(IGW)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 err="1"/>
              <a:t>퍼블릭</a:t>
            </a:r>
            <a:r>
              <a:rPr lang="ko-KR" altLang="en-US" dirty="0"/>
              <a:t> 라우팅 테이블</a:t>
            </a:r>
            <a:r>
              <a:rPr lang="en-US" altLang="ko-KR" dirty="0"/>
              <a:t>(Public Route Table)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971550" lvl="1" indent="-514350">
              <a:buAutoNum type="arabicPeriod"/>
            </a:pPr>
            <a:r>
              <a:rPr lang="en-US" altLang="ko-KR" dirty="0"/>
              <a:t>Public routing</a:t>
            </a:r>
          </a:p>
          <a:p>
            <a:pPr marL="1428750" lvl="2" indent="-514350">
              <a:buAutoNum type="arabicPeriod"/>
            </a:pPr>
            <a:r>
              <a:rPr lang="ko-KR" altLang="en-US" dirty="0"/>
              <a:t>라우팅 </a:t>
            </a:r>
            <a:r>
              <a:rPr lang="en-US" altLang="ko-KR" dirty="0"/>
              <a:t>-&gt;</a:t>
            </a:r>
            <a:r>
              <a:rPr lang="ko-KR" altLang="en-US" dirty="0" err="1"/>
              <a:t>서브넷</a:t>
            </a:r>
            <a:r>
              <a:rPr lang="ko-KR" altLang="en-US" dirty="0"/>
              <a:t> 연결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보안그룹 설정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인스턴스 생성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NAT GW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 err="1"/>
              <a:t>프라이빗</a:t>
            </a:r>
            <a:r>
              <a:rPr lang="ko-KR" altLang="en-US" dirty="0"/>
              <a:t> 라우팅</a:t>
            </a:r>
          </a:p>
        </p:txBody>
      </p:sp>
    </p:spTree>
    <p:extLst>
      <p:ext uri="{BB962C8B-B14F-4D97-AF65-F5344CB8AC3E}">
        <p14:creationId xmlns:p14="http://schemas.microsoft.com/office/powerpoint/2010/main" val="167954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tatic.wikidocs.net/images/page/269542/08-02-02.png">
            <a:extLst>
              <a:ext uri="{FF2B5EF4-FFF2-40B4-BE49-F238E27FC236}">
                <a16:creationId xmlns:a16="http://schemas.microsoft.com/office/drawing/2014/main" id="{D2D23F92-0190-430D-BFE7-53E28EC55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502" y="13854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FCABD9-ECCE-4DBE-81CA-24F606E3264D}"/>
              </a:ext>
            </a:extLst>
          </p:cNvPr>
          <p:cNvSpPr txBox="1"/>
          <p:nvPr/>
        </p:nvSpPr>
        <p:spPr>
          <a:xfrm>
            <a:off x="1645921" y="803564"/>
            <a:ext cx="98090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my-</a:t>
            </a:r>
            <a:r>
              <a:rPr lang="en-US" altLang="ko-KR" dirty="0" err="1"/>
              <a:t>vpc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B5D726-D9D7-4377-80D7-77D142B6FFE6}"/>
              </a:ext>
            </a:extLst>
          </p:cNvPr>
          <p:cNvSpPr/>
          <p:nvPr/>
        </p:nvSpPr>
        <p:spPr>
          <a:xfrm>
            <a:off x="2443942" y="1791978"/>
            <a:ext cx="1873134" cy="36686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40C78-6F82-4DE9-B98F-93319BEFB6AB}"/>
              </a:ext>
            </a:extLst>
          </p:cNvPr>
          <p:cNvSpPr txBox="1"/>
          <p:nvPr/>
        </p:nvSpPr>
        <p:spPr>
          <a:xfrm>
            <a:off x="2770909" y="1485207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Az-2a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26B0D4-65E2-4215-8A8F-3769C059D995}"/>
              </a:ext>
            </a:extLst>
          </p:cNvPr>
          <p:cNvSpPr/>
          <p:nvPr/>
        </p:nvSpPr>
        <p:spPr>
          <a:xfrm>
            <a:off x="6877671" y="1704110"/>
            <a:ext cx="1873134" cy="36686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DF300-4389-4B8C-B42B-54A4AF57DA32}"/>
              </a:ext>
            </a:extLst>
          </p:cNvPr>
          <p:cNvSpPr txBox="1"/>
          <p:nvPr/>
        </p:nvSpPr>
        <p:spPr>
          <a:xfrm>
            <a:off x="7204638" y="1397339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Az-2b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5EACCCE-EAF2-4ECD-9B4F-707C0EDEBACB}"/>
              </a:ext>
            </a:extLst>
          </p:cNvPr>
          <p:cNvGrpSpPr/>
          <p:nvPr/>
        </p:nvGrpSpPr>
        <p:grpSpPr>
          <a:xfrm>
            <a:off x="2826327" y="2109833"/>
            <a:ext cx="5027186" cy="2916596"/>
            <a:chOff x="2671364" y="881149"/>
            <a:chExt cx="4948636" cy="287066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B8E7DD0-23C4-432A-A7ED-FC39A56F07E6}"/>
                </a:ext>
              </a:extLst>
            </p:cNvPr>
            <p:cNvSpPr/>
            <p:nvPr/>
          </p:nvSpPr>
          <p:spPr>
            <a:xfrm>
              <a:off x="2959330" y="1202575"/>
              <a:ext cx="4660670" cy="9144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714E3C-3DB0-446D-912E-2E4AE4EA781C}"/>
                </a:ext>
              </a:extLst>
            </p:cNvPr>
            <p:cNvSpPr txBox="1"/>
            <p:nvPr/>
          </p:nvSpPr>
          <p:spPr>
            <a:xfrm>
              <a:off x="3391593" y="881149"/>
              <a:ext cx="1609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Public-subnet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9DDFF4D-45BB-4072-92CE-F53B76959190}"/>
                </a:ext>
              </a:extLst>
            </p:cNvPr>
            <p:cNvSpPr/>
            <p:nvPr/>
          </p:nvSpPr>
          <p:spPr>
            <a:xfrm>
              <a:off x="2959330" y="2837411"/>
              <a:ext cx="4660670" cy="914400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1746AA-A796-4A4F-82B6-BB4A754365B4}"/>
                </a:ext>
              </a:extLst>
            </p:cNvPr>
            <p:cNvSpPr txBox="1"/>
            <p:nvPr/>
          </p:nvSpPr>
          <p:spPr>
            <a:xfrm>
              <a:off x="2671364" y="3033001"/>
              <a:ext cx="1845698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my-private-subnet-1</a:t>
              </a:r>
            </a:p>
            <a:p>
              <a:r>
                <a:rPr lang="en-US" altLang="ko-KR" sz="1400" dirty="0"/>
                <a:t>10.0.1.0/24</a:t>
              </a:r>
              <a:endParaRPr lang="ko-KR" altLang="en-US" sz="140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A6FF8B8-6A0D-4A3B-920C-CB50C29EA07B}"/>
              </a:ext>
            </a:extLst>
          </p:cNvPr>
          <p:cNvSpPr txBox="1"/>
          <p:nvPr/>
        </p:nvSpPr>
        <p:spPr>
          <a:xfrm>
            <a:off x="6761018" y="4290629"/>
            <a:ext cx="184569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my-private-subnet-2</a:t>
            </a:r>
          </a:p>
          <a:p>
            <a:r>
              <a:rPr lang="en-US" altLang="ko-KR" sz="1400" dirty="0"/>
              <a:t>10.0.3.0/24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1C46AF-41CE-49F5-B5B4-5328DA701D68}"/>
              </a:ext>
            </a:extLst>
          </p:cNvPr>
          <p:cNvSpPr txBox="1"/>
          <p:nvPr/>
        </p:nvSpPr>
        <p:spPr>
          <a:xfrm>
            <a:off x="2756717" y="2734950"/>
            <a:ext cx="1816566" cy="53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my-public-subnet-1</a:t>
            </a:r>
          </a:p>
          <a:p>
            <a:r>
              <a:rPr lang="en-US" altLang="ko-KR" sz="1400" dirty="0"/>
              <a:t>10.0.0.0/24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4572E3-596E-42FD-9949-99C4054AB22B}"/>
              </a:ext>
            </a:extLst>
          </p:cNvPr>
          <p:cNvSpPr txBox="1"/>
          <p:nvPr/>
        </p:nvSpPr>
        <p:spPr>
          <a:xfrm>
            <a:off x="6541778" y="2627228"/>
            <a:ext cx="1816566" cy="53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my-public-subnet-2</a:t>
            </a:r>
          </a:p>
          <a:p>
            <a:r>
              <a:rPr lang="en-US" altLang="ko-KR" sz="1400" dirty="0"/>
              <a:t>10.0.2.0/24</a:t>
            </a:r>
            <a:endParaRPr lang="ko-KR" altLang="en-US" sz="14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24A401-CC41-4043-8D37-2751D91A9750}"/>
              </a:ext>
            </a:extLst>
          </p:cNvPr>
          <p:cNvGrpSpPr/>
          <p:nvPr/>
        </p:nvGrpSpPr>
        <p:grpSpPr>
          <a:xfrm>
            <a:off x="902693" y="3158820"/>
            <a:ext cx="929987" cy="1299319"/>
            <a:chOff x="594013" y="260119"/>
            <a:chExt cx="929987" cy="1299319"/>
          </a:xfrm>
        </p:grpSpPr>
        <p:pic>
          <p:nvPicPr>
            <p:cNvPr id="25" name="Picture 2" descr="AWS] VPC – IGW – Scriptorium">
              <a:extLst>
                <a:ext uri="{FF2B5EF4-FFF2-40B4-BE49-F238E27FC236}">
                  <a16:creationId xmlns:a16="http://schemas.microsoft.com/office/drawing/2014/main" id="{FB14B63E-A21D-4A08-9D3C-BAC3CACA92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013" y="260119"/>
              <a:ext cx="929987" cy="92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B343A8-7619-47BF-9942-B96413770646}"/>
                </a:ext>
              </a:extLst>
            </p:cNvPr>
            <p:cNvSpPr txBox="1"/>
            <p:nvPr/>
          </p:nvSpPr>
          <p:spPr>
            <a:xfrm>
              <a:off x="701558" y="1190106"/>
              <a:ext cx="714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IGW</a:t>
              </a:r>
              <a:endParaRPr lang="ko-KR" alt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4B60C97-E4EF-4183-8037-7B0263B6A500}"/>
              </a:ext>
            </a:extLst>
          </p:cNvPr>
          <p:cNvGrpSpPr/>
          <p:nvPr/>
        </p:nvGrpSpPr>
        <p:grpSpPr>
          <a:xfrm>
            <a:off x="2443942" y="2019342"/>
            <a:ext cx="732698" cy="881575"/>
            <a:chOff x="2732118" y="227995"/>
            <a:chExt cx="962111" cy="1345084"/>
          </a:xfrm>
        </p:grpSpPr>
        <p:pic>
          <p:nvPicPr>
            <p:cNvPr id="28" name="Picture 4" descr="AWS] NAT 게이트웨이(Network Address Translate)">
              <a:extLst>
                <a:ext uri="{FF2B5EF4-FFF2-40B4-BE49-F238E27FC236}">
                  <a16:creationId xmlns:a16="http://schemas.microsoft.com/office/drawing/2014/main" id="{5C8AB845-D223-4DB2-BAF7-7989EA1AC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2118" y="227995"/>
              <a:ext cx="962111" cy="962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56FA2E6-4C39-48C7-AA3D-1654902B3A26}"/>
                </a:ext>
              </a:extLst>
            </p:cNvPr>
            <p:cNvSpPr txBox="1"/>
            <p:nvPr/>
          </p:nvSpPr>
          <p:spPr>
            <a:xfrm>
              <a:off x="2787806" y="1220882"/>
              <a:ext cx="906423" cy="352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NAT-GW</a:t>
              </a:r>
              <a:endParaRPr lang="ko-KR" altLang="en-US" sz="900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B084378-EA25-450E-AD76-CACBE6CCB324}"/>
              </a:ext>
            </a:extLst>
          </p:cNvPr>
          <p:cNvGrpSpPr/>
          <p:nvPr/>
        </p:nvGrpSpPr>
        <p:grpSpPr>
          <a:xfrm>
            <a:off x="3358933" y="2959400"/>
            <a:ext cx="1150266" cy="982136"/>
            <a:chOff x="473488" y="3409129"/>
            <a:chExt cx="1150266" cy="982136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CFE633A-E45F-490A-85D0-C50DBB2B6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4856" y="3409129"/>
              <a:ext cx="667530" cy="98213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3EA5A8-E8C4-471A-AFB5-9D41C3E5BABB}"/>
                </a:ext>
              </a:extLst>
            </p:cNvPr>
            <p:cNvSpPr txBox="1"/>
            <p:nvPr/>
          </p:nvSpPr>
          <p:spPr>
            <a:xfrm>
              <a:off x="473488" y="4129655"/>
              <a:ext cx="1150266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Public-server-1</a:t>
              </a:r>
              <a:endParaRPr lang="ko-KR" altLang="en-US" sz="11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5057F60-1EDA-469D-AFE4-F67D96EC000B}"/>
              </a:ext>
            </a:extLst>
          </p:cNvPr>
          <p:cNvGrpSpPr/>
          <p:nvPr/>
        </p:nvGrpSpPr>
        <p:grpSpPr>
          <a:xfrm>
            <a:off x="3375134" y="4636764"/>
            <a:ext cx="1326187" cy="982136"/>
            <a:chOff x="473487" y="3409129"/>
            <a:chExt cx="1326187" cy="982136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7AE796C5-EC4C-4661-A1FC-2FA1F79D5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4856" y="3409129"/>
              <a:ext cx="667530" cy="98213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20680E-4AA5-42DA-8ABA-EE24A1B17C11}"/>
                </a:ext>
              </a:extLst>
            </p:cNvPr>
            <p:cNvSpPr txBox="1"/>
            <p:nvPr/>
          </p:nvSpPr>
          <p:spPr>
            <a:xfrm>
              <a:off x="473487" y="4129655"/>
              <a:ext cx="1326187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private-server-1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473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23B21E4-136A-4312-82E3-4C57E06F44F8}"/>
              </a:ext>
            </a:extLst>
          </p:cNvPr>
          <p:cNvGrpSpPr/>
          <p:nvPr/>
        </p:nvGrpSpPr>
        <p:grpSpPr>
          <a:xfrm>
            <a:off x="2959330" y="881149"/>
            <a:ext cx="4660670" cy="2870662"/>
            <a:chOff x="2959330" y="881149"/>
            <a:chExt cx="4660670" cy="287066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84C9E5A-BEA4-4057-B156-DA3B7CE036FC}"/>
                </a:ext>
              </a:extLst>
            </p:cNvPr>
            <p:cNvSpPr/>
            <p:nvPr/>
          </p:nvSpPr>
          <p:spPr>
            <a:xfrm>
              <a:off x="2959330" y="1202575"/>
              <a:ext cx="4660670" cy="9144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65DEDA6-48F9-400A-AC32-4B1CBC6CB94C}"/>
                </a:ext>
              </a:extLst>
            </p:cNvPr>
            <p:cNvSpPr txBox="1"/>
            <p:nvPr/>
          </p:nvSpPr>
          <p:spPr>
            <a:xfrm>
              <a:off x="3391593" y="881149"/>
              <a:ext cx="1609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Public-subnet</a:t>
              </a:r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25D8E58-48AC-4567-9E00-26655E37AA1D}"/>
                </a:ext>
              </a:extLst>
            </p:cNvPr>
            <p:cNvSpPr/>
            <p:nvPr/>
          </p:nvSpPr>
          <p:spPr>
            <a:xfrm>
              <a:off x="2959330" y="2837411"/>
              <a:ext cx="4660670" cy="914400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227F14-4935-4077-A6A6-22ECE0AC1259}"/>
                </a:ext>
              </a:extLst>
            </p:cNvPr>
            <p:cNvSpPr txBox="1"/>
            <p:nvPr/>
          </p:nvSpPr>
          <p:spPr>
            <a:xfrm>
              <a:off x="3391593" y="2515985"/>
              <a:ext cx="1691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private-subnet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6596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E7D7D-21CE-4941-95E8-2A844F3BC180}"/>
              </a:ext>
            </a:extLst>
          </p:cNvPr>
          <p:cNvSpPr txBox="1"/>
          <p:nvPr/>
        </p:nvSpPr>
        <p:spPr>
          <a:xfrm>
            <a:off x="6761018" y="4290629"/>
            <a:ext cx="184569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my-private-subnet-2</a:t>
            </a:r>
          </a:p>
          <a:p>
            <a:r>
              <a:rPr lang="en-US" altLang="ko-KR" sz="1400" dirty="0"/>
              <a:t>10.0.3.0/24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8087A-97F1-44D2-8B8D-72F7BDCD46DD}"/>
              </a:ext>
            </a:extLst>
          </p:cNvPr>
          <p:cNvSpPr txBox="1"/>
          <p:nvPr/>
        </p:nvSpPr>
        <p:spPr>
          <a:xfrm>
            <a:off x="2756717" y="2734950"/>
            <a:ext cx="1816566" cy="53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my-public-subnet-1</a:t>
            </a:r>
          </a:p>
          <a:p>
            <a:r>
              <a:rPr lang="en-US" altLang="ko-KR" sz="1400" dirty="0"/>
              <a:t>10.0.0.0/24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7F3CE-BB7A-48B4-92B7-5D5E90F6B73A}"/>
              </a:ext>
            </a:extLst>
          </p:cNvPr>
          <p:cNvSpPr txBox="1"/>
          <p:nvPr/>
        </p:nvSpPr>
        <p:spPr>
          <a:xfrm>
            <a:off x="6541778" y="2627228"/>
            <a:ext cx="1816566" cy="53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my-public-subnet-2</a:t>
            </a:r>
          </a:p>
          <a:p>
            <a:r>
              <a:rPr lang="en-US" altLang="ko-KR" sz="1400" dirty="0"/>
              <a:t>10.0.2.0/24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7C44F-12D2-47E8-A670-C9943F905B68}"/>
              </a:ext>
            </a:extLst>
          </p:cNvPr>
          <p:cNvSpPr txBox="1"/>
          <p:nvPr/>
        </p:nvSpPr>
        <p:spPr>
          <a:xfrm>
            <a:off x="2756717" y="4175822"/>
            <a:ext cx="209791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my-private-subnet-1</a:t>
            </a:r>
          </a:p>
          <a:p>
            <a:r>
              <a:rPr lang="en-US" altLang="ko-KR" sz="1400" dirty="0"/>
              <a:t>10.0.1.0/24</a:t>
            </a:r>
            <a:endParaRPr lang="ko-KR" altLang="en-US" sz="1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9CEABF4-DAC3-4ECD-AEEF-5B7BE20980A9}"/>
              </a:ext>
            </a:extLst>
          </p:cNvPr>
          <p:cNvGrpSpPr/>
          <p:nvPr/>
        </p:nvGrpSpPr>
        <p:grpSpPr>
          <a:xfrm>
            <a:off x="594013" y="260119"/>
            <a:ext cx="929987" cy="1299319"/>
            <a:chOff x="594013" y="260119"/>
            <a:chExt cx="929987" cy="1299319"/>
          </a:xfrm>
        </p:grpSpPr>
        <p:pic>
          <p:nvPicPr>
            <p:cNvPr id="2050" name="Picture 2" descr="AWS] VPC – IGW – Scriptorium">
              <a:extLst>
                <a:ext uri="{FF2B5EF4-FFF2-40B4-BE49-F238E27FC236}">
                  <a16:creationId xmlns:a16="http://schemas.microsoft.com/office/drawing/2014/main" id="{20989F78-C91E-4925-8065-B56C13ABA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013" y="260119"/>
              <a:ext cx="929987" cy="92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D236B9-30FE-4264-BDDF-7FB731F6741D}"/>
                </a:ext>
              </a:extLst>
            </p:cNvPr>
            <p:cNvSpPr txBox="1"/>
            <p:nvPr/>
          </p:nvSpPr>
          <p:spPr>
            <a:xfrm>
              <a:off x="701558" y="1190106"/>
              <a:ext cx="714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IGW</a:t>
              </a:r>
              <a:endParaRPr lang="ko-KR" altLang="en-US" dirty="0"/>
            </a:p>
          </p:txBody>
        </p:sp>
      </p:grpSp>
      <p:pic>
        <p:nvPicPr>
          <p:cNvPr id="2052" name="Picture 4" descr="AWS] NAT 게이트웨이(Network Address Translate)">
            <a:extLst>
              <a:ext uri="{FF2B5EF4-FFF2-40B4-BE49-F238E27FC236}">
                <a16:creationId xmlns:a16="http://schemas.microsoft.com/office/drawing/2014/main" id="{93953053-412C-4C62-9B0C-2FC3E38B2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118" y="227995"/>
            <a:ext cx="962111" cy="96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A8513A-5E84-4260-BFB4-E17E317EEB60}"/>
              </a:ext>
            </a:extLst>
          </p:cNvPr>
          <p:cNvSpPr txBox="1"/>
          <p:nvPr/>
        </p:nvSpPr>
        <p:spPr>
          <a:xfrm>
            <a:off x="2759961" y="1190106"/>
            <a:ext cx="906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NAT-GW</a:t>
            </a:r>
            <a:endParaRPr lang="ko-KR" altLang="en-US" sz="14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D064170-4C48-4BBE-938F-86636929AE68}"/>
              </a:ext>
            </a:extLst>
          </p:cNvPr>
          <p:cNvGrpSpPr/>
          <p:nvPr/>
        </p:nvGrpSpPr>
        <p:grpSpPr>
          <a:xfrm>
            <a:off x="473488" y="3409129"/>
            <a:ext cx="1150266" cy="982136"/>
            <a:chOff x="473488" y="3409129"/>
            <a:chExt cx="1150266" cy="98213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C837CB6-0D1C-4BAA-AB18-64398371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856" y="3409129"/>
              <a:ext cx="667530" cy="9821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0187FF-70E6-4C8A-8807-DE2C885C3BC0}"/>
                </a:ext>
              </a:extLst>
            </p:cNvPr>
            <p:cNvSpPr txBox="1"/>
            <p:nvPr/>
          </p:nvSpPr>
          <p:spPr>
            <a:xfrm>
              <a:off x="473488" y="4129655"/>
              <a:ext cx="1150266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Public-server-1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9441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89BA2CE-6FA3-4C01-997D-F22726E5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862" y="1543050"/>
            <a:ext cx="60102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5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AE62F68-CE3C-4B5B-A770-AE7961B6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1314450"/>
            <a:ext cx="59340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3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63</Words>
  <Application>Microsoft Office PowerPoint</Application>
  <PresentationFormat>와이드스크린</PresentationFormat>
  <Paragraphs>39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407</dc:creator>
  <cp:lastModifiedBy>407</cp:lastModifiedBy>
  <cp:revision>8</cp:revision>
  <dcterms:created xsi:type="dcterms:W3CDTF">2026-07-01T00:27:53Z</dcterms:created>
  <dcterms:modified xsi:type="dcterms:W3CDTF">2026-07-01T07:49:58Z</dcterms:modified>
</cp:coreProperties>
</file>