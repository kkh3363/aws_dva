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FD7C5-B89B-444B-A6BB-694B23753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2C8938-E7F1-45E1-AB52-AB6D50099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F0995-141A-48EC-BA07-F7D695416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D40CC7-0644-44DD-B547-9EDE8D29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39407-2284-4345-B035-7C981511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6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EB269-58F2-4A67-9C63-D54CFF8D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C4D5F-F282-4C18-80F1-3830B0C74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9516A2-2111-4EA1-AEED-3C2C90F0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6F2239-A729-464D-9A6F-009677B4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06D94-0EBC-4F61-904F-225C6D53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922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8528C-8228-4195-81CB-77A113BA0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F62397-AB03-43FE-8560-26415E277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E86322-199A-4CBE-9E7D-37D0DE98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A3C724-05DD-4A24-8E9F-B9A25153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0BE97-2C66-4C09-A4F5-ABFF0EEF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23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1D786-7BCA-4AB5-B2AC-1657F2FD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E514E-0B55-4A78-A1FF-84858A698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D8F3BF-0011-461F-988E-CFE9C3B8C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0DE63C-A82D-459A-93B6-9108D60A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153777-B6EB-402A-A41F-84F4E7FBC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BA7B3-1BF0-4B61-AC9B-0C9B2E64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99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0DFDF-D3E5-4988-AD72-907A6927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826CCF-B151-4BFA-A856-C688853BD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AF2F9-4C3F-4D25-8780-144B1DBE8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985DDC-1B0E-4154-A1F7-F705CE2BC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DED728-F58D-4D7B-8254-3428B46BC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350690-5E27-4E16-97A0-B10BF234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00704-E329-435E-BD78-5486509F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CB97C4-B8FB-474C-AC6E-9D2ADCC5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45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6E5F4-8F1A-4122-B2EB-1FFAC06D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56B2A-991A-404C-A17A-0EAA80F1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549FF3-7658-47E1-BAA8-B31756E2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A29036-92D6-49A8-98D9-D7B2D53B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6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60E77E-7D6C-4E21-A961-616AF1B8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F7D8AC-BAA7-403F-987A-1AE4A999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95DD70-2C75-492F-893A-31304A21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91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B5601-2501-49AC-97A6-A322B8F1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384C65-1920-4549-980C-523D0A5F4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A1E59D-7120-429B-A3BF-0004BF6A8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A22EB0-5FEF-4EF0-A918-77745CB7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A04F62-4AEA-46FF-A3AD-230B8ED4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C31F33-03E8-421F-80A5-F1FB1B70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5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64348-B678-4F26-9883-DA12DCA1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BD0A86-463C-47B8-9B08-D171AC37B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054CA6-A10D-4622-8498-D462F5023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48E756-3836-4A3F-9599-9373D89A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C43E00-4901-4785-820B-B0D75B2B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EB5332-13C3-4743-ACFC-76129840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00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3153E-1617-4774-904C-BD9A889A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E27797-17AC-42FE-B091-962F93CC4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2B9B6-249A-41FD-84AC-8841FA0E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28899-7C6C-4717-B6B3-9D6A528C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4CC860-907A-4124-8324-29D1E6A3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79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70E74C-426B-4A10-ADD0-F78572CD3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464FD2-904B-4286-9919-2F97DA011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D25F7D-B2C8-4CB6-8021-F96D371D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730540-F6C2-4C11-805F-0716EE89A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9522B-B698-4765-9E60-946A82A3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07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2660E7-551D-4D04-9A28-11796395A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B6884C-D884-45A9-A792-3BDA8083C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4C3906-B860-4CEF-BC99-D1E09CC01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86FD4-303A-45C9-BB99-2E48154BE6D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899C5-A8C7-4EB0-B37C-CBD6D13A0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C3293D-B229-4C09-AC4A-1734F8B6C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5689A-3E68-46D1-A7AB-426048D5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69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WS] EC2에 대하여...">
            <a:extLst>
              <a:ext uri="{FF2B5EF4-FFF2-40B4-BE49-F238E27FC236}">
                <a16:creationId xmlns:a16="http://schemas.microsoft.com/office/drawing/2014/main" id="{F4182207-4CD9-43E6-8BF6-CDBC3C8E8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831" y="2046409"/>
            <a:ext cx="1294276" cy="138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WS EBS Storage Overview &amp; Pricing Explained - Binadox">
            <a:extLst>
              <a:ext uri="{FF2B5EF4-FFF2-40B4-BE49-F238E27FC236}">
                <a16:creationId xmlns:a16="http://schemas.microsoft.com/office/drawing/2014/main" id="{2CFCDEA7-5F93-4883-BE65-85B08F421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576" y="1188426"/>
            <a:ext cx="1546347" cy="142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51BB64-414F-4AE6-AC18-5341C4582FC2}"/>
              </a:ext>
            </a:extLst>
          </p:cNvPr>
          <p:cNvCxnSpPr/>
          <p:nvPr/>
        </p:nvCxnSpPr>
        <p:spPr>
          <a:xfrm flipV="1">
            <a:off x="4601308" y="1893277"/>
            <a:ext cx="1447800" cy="492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WS EBS Storage Overview &amp; Pricing Explained - Binadox">
            <a:extLst>
              <a:ext uri="{FF2B5EF4-FFF2-40B4-BE49-F238E27FC236}">
                <a16:creationId xmlns:a16="http://schemas.microsoft.com/office/drawing/2014/main" id="{65955045-49A5-4161-8C4C-88DC0A772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807" y="2818079"/>
            <a:ext cx="1546347" cy="142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F04695-E438-4AEA-80EE-95404475A10E}"/>
              </a:ext>
            </a:extLst>
          </p:cNvPr>
          <p:cNvCxnSpPr/>
          <p:nvPr/>
        </p:nvCxnSpPr>
        <p:spPr>
          <a:xfrm>
            <a:off x="4747846" y="2889738"/>
            <a:ext cx="1482969" cy="750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357F76A-EA09-41DD-A29A-8C92B9AC4A2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566139" y="3264876"/>
            <a:ext cx="1664676" cy="1691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 descr="AWS EBS Storage Overview &amp; Pricing Explained - Binadox">
            <a:extLst>
              <a:ext uri="{FF2B5EF4-FFF2-40B4-BE49-F238E27FC236}">
                <a16:creationId xmlns:a16="http://schemas.microsoft.com/office/drawing/2014/main" id="{61EFEC42-4A8B-4537-8774-E2D6A62CB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815" y="4243826"/>
            <a:ext cx="1546347" cy="142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05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407</dc:creator>
  <cp:lastModifiedBy>407</cp:lastModifiedBy>
  <cp:revision>1</cp:revision>
  <dcterms:created xsi:type="dcterms:W3CDTF">2026-06-29T07:09:35Z</dcterms:created>
  <dcterms:modified xsi:type="dcterms:W3CDTF">2026-06-29T07:12:33Z</dcterms:modified>
</cp:coreProperties>
</file>